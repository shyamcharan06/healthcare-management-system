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69840" cy="6858000"/>
          </a:xfrm>
          <a:prstGeom prst="rect">
            <a:avLst/>
          </a:prstGeom>
          <a:solidFill>
            <a:srgbClr val="0E8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69840" y="0"/>
            <a:ext cx="9021854" cy="6858000"/>
          </a:xfrm>
          <a:prstGeom prst="rect">
            <a:avLst/>
          </a:prstGeom>
          <a:solidFill>
            <a:srgbClr val="0B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3154680"/>
            <a:ext cx="262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80" y="2057400"/>
            <a:ext cx="792457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Digital Healthcare</a:t>
            </a:r>
          </a:p>
          <a:p>
            <a:r>
              <a:rPr sz="4000" b="1">
                <a:solidFill>
                  <a:srgbClr val="FFFFFF"/>
                </a:solidFill>
                <a:latin typeface="Georgia"/>
              </a:rP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8480" y="3657600"/>
            <a:ext cx="774169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CFE9EA"/>
                </a:solidFill>
                <a:latin typeface="Calibri"/>
              </a:rPr>
              <a:t>A role-based platform unifying hospitals, doctors and patients around the digital prescription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8480" y="6035040"/>
            <a:ext cx="774169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FC7C9"/>
                </a:solidFill>
                <a:latin typeface="Calibri"/>
              </a:rPr>
              <a:t>[ </a:t>
            </a:r>
            <a:r>
              <a:rPr lang="en-US" sz="1100" dirty="0">
                <a:solidFill>
                  <a:srgbClr val="9FC7C9"/>
                </a:solidFill>
                <a:latin typeface="Calibri"/>
              </a:rPr>
              <a:t>Shyamcharan Bharathi</a:t>
            </a:r>
            <a:r>
              <a:rPr sz="1100" b="0" i="0" dirty="0">
                <a:solidFill>
                  <a:srgbClr val="9FC7C9"/>
                </a:solidFill>
                <a:latin typeface="Calibri"/>
              </a:rPr>
              <a:t> | </a:t>
            </a:r>
            <a:r>
              <a:rPr lang="en-US" sz="1100" dirty="0">
                <a:solidFill>
                  <a:srgbClr val="9FC7C9"/>
                </a:solidFill>
                <a:latin typeface="Calibri"/>
              </a:rPr>
              <a:t>Vellore Institute of Technology Chennai ]</a:t>
            </a:r>
            <a:endParaRPr sz="1100" b="0" i="0" dirty="0">
              <a:solidFill>
                <a:srgbClr val="9FC7C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4206240"/>
          </a:xfrm>
          <a:prstGeom prst="rect">
            <a:avLst/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417320"/>
            <a:ext cx="11222431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2B3A3F"/>
                </a:solidFill>
                <a:latin typeface="Calibri"/>
              </a:rPr>
              <a:t>Healthcare is a role-based web application designed to streamline interactions between patients, doctors, and hospitals through a centralized digital platform. Administrators manage hospitals and accounts; doctors issue digital prescriptions and manage consultations; patients upload externally received prescriptions and track their treatment history.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2B3A3F"/>
                </a:solidFill>
                <a:latin typeface="Calibri"/>
              </a:rPr>
              <a:t>The system applies Optical Character Recognition (OCR) to extract medicine names, dosages, frequencies and durations from uploaded prescription images or PDFs, matches them against a medicine reference dataset, and performs basic drug-interaction checks. A doctor-patient relationship is established automatically the first time a doctor issues a patient's first digital prescription — never through manual administrator assignment.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>
                <a:solidFill>
                  <a:srgbClr val="2B3A3F"/>
                </a:solidFill>
                <a:latin typeface="Calibri"/>
              </a:rPr>
              <a:t>Medication reminders, adherence tracking, and role-specific analytics dashboards complete the platform, giving each user — Administrator, Doctor or Patient — a structured, searchable digital record built entirely on standard relational database technology, with no dependency on advanced AI or medical-domain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2148840"/>
          </a:xfrm>
          <a:prstGeom prst="rect">
            <a:avLst/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417320"/>
            <a:ext cx="544662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6232A"/>
                </a:solidFill>
                <a:latin typeface="Georgia"/>
              </a:rPr>
              <a:t>Fragmented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52847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4666C"/>
                </a:solidFill>
                <a:latin typeface="Calibri"/>
              </a:rPr>
              <a:t>A patient's prescriptions, consultations and medication history are scattered across paper records and separate hospital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417320"/>
            <a:ext cx="54864" cy="2148840"/>
          </a:xfrm>
          <a:prstGeom prst="rect">
            <a:avLst/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7871" y="1417320"/>
            <a:ext cx="544662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7327" y="1618488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6232A"/>
                </a:solidFill>
                <a:latin typeface="Georgia"/>
              </a:rPr>
              <a:t>Manual, error-prone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103120"/>
            <a:ext cx="4952847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4666C"/>
                </a:solidFill>
                <a:latin typeface="Calibri"/>
              </a:rPr>
              <a:t>Reading handwritten prescriptions, tracking doses, and checking for drug interactions are still done manually by patients and caregivers.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54864" cy="2148840"/>
          </a:xfrm>
          <a:prstGeom prst="rect">
            <a:avLst/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3794760"/>
            <a:ext cx="544662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995928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6232A"/>
                </a:solidFill>
                <a:latin typeface="Georgia"/>
              </a:rPr>
              <a:t>No unified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52847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4666C"/>
                </a:solidFill>
                <a:latin typeface="Calibri"/>
              </a:rPr>
              <a:t>There is no single place to browse hospitals, departments and doctors, or to see a structured history of who treated a patient and when.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794760"/>
            <a:ext cx="54864" cy="2148840"/>
          </a:xfrm>
          <a:prstGeom prst="rect">
            <a:avLst/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7871" y="3794760"/>
            <a:ext cx="544662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7327" y="3995928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6232A"/>
                </a:solidFill>
                <a:latin typeface="Georgia"/>
              </a:rPr>
              <a:t>Adherence goes untracked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4480560"/>
            <a:ext cx="4952847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4666C"/>
                </a:solidFill>
                <a:latin typeface="Calibri"/>
              </a:rPr>
              <a:t>Once a prescription is issued, there is typically no system-level way to remind a patient or measure whether they actually took their medication.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Existing System — Drawbacks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392F"/>
                </a:solidFill>
                <a:latin typeface="Calibri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Paper-based or scanned prescriptions with no structured, searchable digital record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075687"/>
            <a:ext cx="365760" cy="365760"/>
          </a:xfrm>
          <a:prstGeom prst="ellipse">
            <a:avLst/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7568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392F"/>
                </a:solidFill>
                <a:latin typeface="Calibri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29967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No centralized hospital/doctor directory — patients cannot browse or compare providers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734055"/>
            <a:ext cx="365760" cy="365760"/>
          </a:xfrm>
          <a:prstGeom prst="ellipse">
            <a:avLst/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7340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392F"/>
                </a:solidFill>
                <a:latin typeface="Calibri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88335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Doctor-patient relationships tracked informally, or not tracked at all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392423"/>
            <a:ext cx="365760" cy="365760"/>
          </a:xfrm>
          <a:prstGeom prst="ellipse">
            <a:avLst/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392423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392F"/>
                </a:solidFill>
                <a:latin typeface="Calibri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46703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No automated drug-interaction checking across a patient's active medicines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050791"/>
            <a:ext cx="365760" cy="365760"/>
          </a:xfrm>
          <a:prstGeom prst="ellipse">
            <a:avLst/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507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392F"/>
                </a:solidFill>
                <a:latin typeface="Calibri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5071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No reminder or adherence-tracking mechanism once a prescription is issued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709159"/>
            <a:ext cx="365760" cy="365760"/>
          </a:xfrm>
          <a:prstGeom prst="ellipse">
            <a:avLst/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7091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C8392F"/>
                </a:solidFill>
                <a:latin typeface="Calibri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63439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Consultation notes and follow-ups kept outside any queryable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Proposed System — Research Gap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D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9488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OCR-based digitization: upload a prescription image/PDF; the system extracts and structures medicine, dosage, frequency and duration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075687"/>
            <a:ext cx="365760" cy="365760"/>
          </a:xfrm>
          <a:prstGeom prst="ellipse">
            <a:avLst/>
          </a:prstGeom>
          <a:solidFill>
            <a:srgbClr val="D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7568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9488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29967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Centralized, role-open Hospital Directory covering every registered hospital, department and doctor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734055"/>
            <a:ext cx="365760" cy="365760"/>
          </a:xfrm>
          <a:prstGeom prst="ellipse">
            <a:avLst/>
          </a:prstGeom>
          <a:solidFill>
            <a:srgbClr val="D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734055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9488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88335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Automatic doctor-patient linking the moment a doctor issues a first digital prescription — no manual assignment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392423"/>
            <a:ext cx="365760" cy="365760"/>
          </a:xfrm>
          <a:prstGeom prst="ellipse">
            <a:avLst/>
          </a:prstGeom>
          <a:solidFill>
            <a:srgbClr val="D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392423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9488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46703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Built-in drug-interaction checking against a shared medicine reference dataset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050791"/>
            <a:ext cx="365760" cy="365760"/>
          </a:xfrm>
          <a:prstGeom prst="ellipse">
            <a:avLst/>
          </a:prstGeom>
          <a:solidFill>
            <a:srgbClr val="D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507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948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5071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Medication reminders with mark-as-taken tracking and a computed adherence percentage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709159"/>
            <a:ext cx="365760" cy="365760"/>
          </a:xfrm>
          <a:prstGeom prst="ellipse">
            <a:avLst/>
          </a:prstGeom>
          <a:solidFill>
            <a:srgbClr val="D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7091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9488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63439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232A"/>
                </a:solidFill>
                <a:latin typeface="Calibri"/>
              </a:rPr>
              <a:t>Fully implementable on a standard relational database — no advanced AI or medical-domain model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7295" cy="960120"/>
          </a:xfrm>
          <a:prstGeom prst="rect">
            <a:avLst/>
          </a:prstGeom>
          <a:solidFill>
            <a:srgbClr val="EEF8F8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7A86"/>
                </a:solidFill>
                <a:latin typeface="Calibri"/>
              </a:rPr>
              <a:t>PRESENTATION 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16232A"/>
                </a:solidFill>
                <a:latin typeface="Calibri"/>
              </a:rPr>
              <a:t>Admin | Doctor | Patient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9164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16232A"/>
                </a:solidFill>
                <a:latin typeface="Calibri"/>
              </a:rPr>
              <a:t>Web UI (Django Templates + Bootstrap)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11277295" cy="1920240"/>
          </a:xfrm>
          <a:prstGeom prst="rect">
            <a:avLst/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96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APPLICATION TIER  (Django)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" y="2834639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Authentication &amp;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Role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5123" y="278892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8275" y="2834639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Hospital &amp;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Account Mgmt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0167" y="278892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3319" y="2834639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Doctor &amp; Patient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Mgmt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211" y="278892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363" y="2834639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Prescription Mgmt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(OCR Service)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900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1" y="3474720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Medication Mgmt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(Interactions, Reminders)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5123" y="342900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78275" y="3474720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Dashboard &amp;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0167" y="3429000"/>
            <a:ext cx="2682163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3319" y="3474720"/>
            <a:ext cx="25358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Scheduler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(Celery + Redis)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26280"/>
            <a:ext cx="11277295" cy="1051560"/>
          </a:xfrm>
          <a:prstGeom prst="rect">
            <a:avLst/>
          </a:prstGeom>
          <a:solidFill>
            <a:srgbClr val="0B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5994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TIER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92040"/>
            <a:ext cx="363717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4937760"/>
            <a:ext cx="34908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PostgreSQL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(11 relational tables)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0138" y="4892040"/>
            <a:ext cx="363717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33290" y="4937760"/>
            <a:ext cx="34908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Media Storage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(Rx Images / PDFs)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0196" y="4892040"/>
            <a:ext cx="3637178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53348" y="4937760"/>
            <a:ext cx="34908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>
                <a:solidFill>
                  <a:srgbClr val="16232A"/>
                </a:solidFill>
              </a:rPr>
              <a:t>OCR Engine</a:t>
            </a:r>
          </a:p>
          <a:p>
            <a:pPr algn="ctr"/>
            <a:r>
              <a:rPr sz="850">
                <a:solidFill>
                  <a:srgbClr val="16232A"/>
                </a:solidFill>
              </a:rPr>
              <a:t>(Tesseract)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4666C"/>
                </a:solidFill>
                <a:latin typeface="Calibri"/>
              </a:rPr>
              <a:t>Three-tier architecture: Presentation (web UI) → Application (Django services) → Data (PostgreSQL, media storage, OCR engine).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Module Decomposition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137160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0B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58487" y="13716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Healthcare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Login + role-based
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7836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33556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Hospital Mgmt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2116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Hospital Mgmt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2116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Directory + hospital/dept
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8472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64192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Doctor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2752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Doctor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752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Profile, consultations,
prescriptions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109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829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Patient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389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Patient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389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Profile, prescription
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79745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5465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Prescription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4025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Prescription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4025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OCR upload, verification,
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0382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56102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Medication Mgmt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4662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Medication Mgmt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4662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Lookup, interactions,
reminders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018" y="2331720"/>
            <a:ext cx="1493476" cy="777240"/>
          </a:xfrm>
          <a:prstGeom prst="roundRect">
            <a:avLst>
              <a:gd name="adj" fmla="val 8000"/>
            </a:avLst>
          </a:prstGeom>
          <a:solidFill>
            <a:srgbClr val="14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86738" y="2404872"/>
            <a:ext cx="14020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Dashboard &amp;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298" y="3291839"/>
            <a:ext cx="15849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7A86"/>
                </a:solidFill>
                <a:latin typeface="Calibri"/>
              </a:rPr>
              <a:t>Dashboard &amp;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298" y="3566160"/>
            <a:ext cx="15849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54666C"/>
                </a:solidFill>
                <a:latin typeface="Calibri"/>
              </a:rPr>
              <a:t>Role-specific
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Role-Based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Every session begins with a single login screen. The user submits credentials and their role (Administrator, Doctor or Patient); the system verifies the account and routes them to a dashboard built for that role's responsibilities.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Username, password,
selected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Authenticated session,
role-specific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_authent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ROLE-BASED AUTHENTICATION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Hospital Management &amp;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Administrators register and maintain hospitals, departments and staff. Every authenticated role — not just Administrators — can browse the resulting directory to find a hospital, department or doctor.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Hospital/department data (Admin) or
a directory browse request (any role)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Updated hospital records, or a hospital
/ department / doctor directory listing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2_hospital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HOSPITAL MANAGEMENT &amp; DIRECTORY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Doctor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Doctors view their linked patients, author consultation notes, and issue digital prescriptions. Issuing a patient's first prescription is also what silently creates the doctor-patient link — there is no separate admin step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Consultation details, prescription
data (medicines, dosage, dates)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Saved consultation note, issued
prescription, auto-created doctor 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3_doctor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DOCTOR MANAGEMENT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Patient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Patients maintain their profile and see every prescription they've received, organized by hospital and doctor. They can also upload a prescription they received outside the system for the same structured tracking.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Profile edits, uploaded
prescription image/PDF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Updated profile, prescription history
grouped by hospital and doctor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4_patient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PATIENT MANAGEMENT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Prescription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The core OCR pipeline: an uploaded prescription image or PDF is scanned for medicine names, dosages, frequencies and durations, shown back to the patient for verification, and only the confirmed data is saved.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Prescription image/PDF, or
doctor-entered prescription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Structured digital prescription
(medicines, dosage, status)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5_prescription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PRESCRIPTION MANAGEMENT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Medication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Patients look up medicine information and check for interactions across their active prescriptions, then schedule reminders for each dose and mark them as taken to build an adherence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Medicine name/ID query, reminder
schedule, “mark as taken”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Medicine info / interaction warning,
scheduled reminders, adherence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6_medication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MEDICATION MANAGEMENT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FD1B8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Dashboard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A3F"/>
                </a:solidFill>
                <a:latin typeface="Calibri"/>
              </a:rPr>
              <a:t>Each role gets a tailored analytics view: Administrators see system-wide counts, Doctors see their patients and upcoming follow-ups, and Patients see active prescriptions, today's medications and adherence.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160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13639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4A89C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6232A"/>
                </a:solidFill>
                <a:latin typeface="Calibri"/>
              </a:rPr>
              <a:t>Aggregated queries across hospitals,
prescriptions, reminders (role-scoped)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A89C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4160520" cy="777240"/>
          </a:xfrm>
          <a:prstGeom prst="rect">
            <a:avLst/>
          </a:prstGeom>
          <a:solidFill>
            <a:srgbClr val="0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FD1B8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531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Role-specific dashboard: counts,
charts, recent activity, upcoming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68881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7_dashboard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016" y="1508760"/>
            <a:ext cx="6364222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59" y="5596127"/>
            <a:ext cx="6796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A89C"/>
                </a:solidFill>
                <a:latin typeface="Calibri"/>
              </a:rPr>
              <a:t>DASHBOARD &amp; ANALYTICS —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4666C"/>
                </a:solidFill>
                <a:latin typeface="Calibri"/>
              </a:rPr>
              <a:t>Healthcare – Digital Healthcare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4666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1217</Words>
  <Application>Microsoft Office PowerPoint</Application>
  <PresentationFormat>Widescreen</PresentationFormat>
  <Paragraphs>189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Shyamcharan Bharathi</cp:lastModifiedBy>
  <cp:revision>2</cp:revision>
  <dcterms:created xsi:type="dcterms:W3CDTF">2013-01-27T09:14:16Z</dcterms:created>
  <dcterms:modified xsi:type="dcterms:W3CDTF">2026-09-10T15:37:59Z</dcterms:modified>
  <cp:category/>
</cp:coreProperties>
</file>